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55448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FDE AI 架构师 · 贺小波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如何调度 </a:t>
            </a:r>
            <a:r>
              <a:rPr sz="4800" b="1">
                <a:solidFill>
                  <a:srgbClr val="0D9488"/>
                </a:solidFill>
                <a:latin typeface="Microsoft YaHei"/>
                <a:ea typeface="Microsoft YaHei"/>
              </a:rPr>
              <a:t>26 个 AI 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Microsoft YaHei"/>
                <a:ea typeface="Microsoft YaHei"/>
              </a:rPr>
              <a:t>AI-Native 组织架构 · Agent 协作 · 分工 · 监控 · 考核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三个智能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0"/>
            <a:ext cx="1673352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知外文化 · AI 员工项目 · 150+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Microsoft YaHei"/>
                <a:ea typeface="Microsoft YaHei"/>
              </a:rPr>
              <a:t>先看数字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Microsoft YaHei"/>
                <a:ea typeface="Microsoft YaHei"/>
              </a:rPr>
              <a:t>120 个人还没醒，26 个 AI 员工已经工作了 6 小时。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AI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有名字、有岗位的AI员工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33172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覆盖营销·HR·财务·客服·支撑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33172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70+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封装的可复用能力模块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1/4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Cost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AI员工成本仅为人类岗位的1/4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25196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16×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Content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公众号全链路提速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4251960"/>
            <a:ext cx="34747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YaHei"/>
                <a:ea typeface="Microsoft YaHei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  <a:ea typeface="Microsoft YaHei"/>
              </a:rPr>
              <a:t>Context管理后输出准确率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AI-Native 三层架构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不是围绕人组织AI，是围绕AI重构组织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09728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Microsoft YaHei"/>
                <a:ea typeface="Microsoft YaHei"/>
              </a:rPr>
              <a:t>Layer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人类决策层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CEO+部门负责人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916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YaHei"/>
                <a:ea typeface="Microsoft YaHei"/>
              </a:rPr>
              <a:t>战略方向与资源配置
审核AI输出的关键决策
定义业务目标和边界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Microsoft YaHei"/>
                <a:ea typeface="Microsoft YaHei"/>
              </a:rPr>
              <a:t>Layer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AI运营官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1个人类+核心AI助理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089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YaHei"/>
                <a:ea typeface="Microsoft YaHei"/>
              </a:rPr>
              <a:t>调度与编排所有AI员工
维护知识库和Context
质量监控与绩效管理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10972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Microsoft YaHei"/>
                <a:ea typeface="Microsoft YaHei"/>
              </a:rPr>
              <a:t>Layer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AI执行层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26个AI员工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26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YaHei"/>
                <a:ea typeface="Microsoft YaHei"/>
              </a:rPr>
              <a:t>各有岗位/JD/Skill
按任务分工自动执行
Agent间自主协作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9488"/>
                </a:solidFill>
                <a:latin typeface="Microsoft YaHei"/>
                <a:ea typeface="Microsoft YaHei"/>
              </a:rPr>
              <a:t>" 岗位说明书要改写——不是AI适应旧岗位，是岗位围绕AI重新设计。"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26个AI员工的架构全景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</a:rPr>
              <a:t>AI员工组织架构图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8636" y="1463040"/>
            <a:ext cx="2011680" cy="64008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4356" y="1508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CEO
人类决策层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.0" y="2103120"/>
            <a:ext cx="0.0" cy="22860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14316" y="2331720"/>
            <a:ext cx="2560320" cy="6400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36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AI运营官
(1人类+核心AI助理)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476.0" y="2971800"/>
            <a:ext cx="0.0" cy="13716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3127248"/>
            <a:ext cx="950976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88720" y="2880360"/>
            <a:ext cx="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0040" y="2926080"/>
            <a:ext cx="17373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营销部(8)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</a:rPr>
              <a:t>文案/设计/SEO
视频/投放/选题
数据/品牌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17520" y="2880360"/>
            <a:ext cx="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148840" y="2926080"/>
            <a:ext cx="17373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HR部(4)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657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</a:rPr>
              <a:t>招聘/培训
绩效/文化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873752" y="2880360"/>
            <a:ext cx="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05072" y="2926080"/>
            <a:ext cx="17373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0792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财务部(3)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2" y="3657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</a:rPr>
              <a:t>报销/预算
财报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729984" y="2880360"/>
            <a:ext cx="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861304" y="2926080"/>
            <a:ext cx="17373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07024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客服部(5)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7024" y="3657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</a:rPr>
              <a:t>售前/售后
投诉/FAQ
知识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595360" y="2880360"/>
            <a:ext cx="0" cy="246888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726680" y="2926080"/>
            <a:ext cx="173736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支撑部(6)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657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Microsoft YaHei"/>
                <a:ea typeface="Microsoft YaHei"/>
              </a:rPr>
              <a:t>IT/文档
流程/数据
分析/行政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9488"/>
                </a:solidFill>
                <a:latin typeface="Microsoft YaHei"/>
                <a:ea typeface="Microsoft YaHei"/>
              </a:rPr>
              <a:t>" 每个AI员工有JD（职责范围+权限边界+知识库+输出标准），用人力预算管理，不是IT预算。"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Agent协作机制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AI员工之间自主协作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Microsoft YaHei"/>
                <a:ea typeface="Microsoft YaHei"/>
              </a:rPr>
              <a:t>Mode 1 · 流水线式（串行）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221992"/>
            <a:ext cx="1682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A 素材扫描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24028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4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1488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2221992"/>
            <a:ext cx="1682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B 选题决策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4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1488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221992"/>
            <a:ext cx="1682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C 内容生产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4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1488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221992"/>
            <a:ext cx="1682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D 质量校验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4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148840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221992"/>
            <a:ext cx="1682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E 人类审核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Microsoft YaHei"/>
                <a:ea typeface="Microsoft YaHei"/>
              </a:rPr>
              <a:t>Mode 2 · 网状式（并行）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3756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跨部门信息检索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Microsoft YaHei"/>
                <a:ea typeface="Microsoft YaHei"/>
              </a:rPr>
              <a:t>CEO向助理提问
→助理并行询问4个部门AI员工
→综合输出跨部门分析报告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33756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技能交换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862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Microsoft YaHei"/>
                <a:ea typeface="Microsoft YaHei"/>
              </a:rPr>
              <a:t>员工A与员工B交互中
自主学到新Skill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337560"/>
            <a:ext cx="3383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项目级协同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8862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Microsoft YaHei"/>
                <a:ea typeface="Microsoft YaHei"/>
              </a:rPr>
              <a:t>1个CRM项目
= 1人类运营
+ 2个AI员工（数据录入+看板搭建）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AI员工的知识来源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</a:rPr>
              <a:t>AI员工的知识来源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Microsoft YaHei"/>
                <a:ea typeface="Microsoft YaHei"/>
              </a:rPr>
              <a:t>不给背景信息，AI只会说废话。给足了，它就像干了三年的老员工。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公司资料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品牌手册 · 产品文档
内部流程 · 历史案例
SOP &amp; 规范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3172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3317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业务数据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CRM数据 · 销售报告
用户画像 · 竞品分析
实时运营数据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3172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33172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工作经验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089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AI员工工作日志
错误案例 &amp; 优化记录
素材卡 · 技能积累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5303520" cy="6858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Microsoft YaHei"/>
                <a:ea typeface="Microsoft YaHei"/>
              </a:rPr>
              <a:t>输出准确率  86%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166360"/>
            <a:ext cx="5394960" cy="6858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Microsoft YaHei"/>
                <a:ea typeface="Microsoft YaHei"/>
              </a:rPr>
              <a:t>素材库存  444 张素材卡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9488"/>
                </a:solidFill>
                <a:latin typeface="Microsoft YaHei"/>
                <a:ea typeface="Microsoft YaHei"/>
              </a:rPr>
              <a:t>" 不是买了AI就有用——关键是你喂给它什么。知识库的质量决定AI员工的上限。"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监控体系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监控：看得见才管得住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864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Microsoft YaHei"/>
                <a:ea typeface="Microsoft YaHei"/>
              </a:rPr>
              <a:t>维度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在线率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实时心跳检测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异常离线自动告警+自动重启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目标 99%+ 可用性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4864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Microsoft YaHei"/>
                <a:ea typeface="Microsoft YaHei"/>
              </a:rPr>
              <a:t>维度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资源消耗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Token 用量按员工实时统计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57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成本/产出比实时计算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YaHei"/>
                <a:ea typeface="Microsoft YaHei"/>
              </a:rPr>
              <a:t>•  超额消耗自动预警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961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统一监控看板 · 23 个 Agent · 240M Tokens · 实时用量排行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考核机制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</a:rPr>
              <a:t>像管人一样管AI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分级管理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493776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9144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核心岗位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  <a:latin typeface="Microsoft YaHei"/>
                <a:ea typeface="Microsoft YaHei"/>
              </a:rPr>
              <a:t>高自主权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493776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9144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常规岗位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40AF"/>
                </a:solidFill>
                <a:latin typeface="Microsoft YaHei"/>
                <a:ea typeface="Microsoft YaHei"/>
              </a:rPr>
              <a:t>适度监督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493776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9144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646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YaHei"/>
                <a:ea typeface="Microsoft YaHei"/>
              </a:rPr>
              <a:t>辅助岗位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Microsoft YaHei"/>
                <a:ea typeface="Microsoft YaHei"/>
              </a:rPr>
              <a:t>全程监督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53949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管理机制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68880"/>
            <a:ext cx="50292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743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Microsoft YaHei"/>
                <a:ea typeface="Microsoft YaHei"/>
              </a:rPr>
              <a:t>每个AI员工配人类主管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11880"/>
            <a:ext cx="50292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Microsoft YaHei"/>
                <a:ea typeface="Microsoft YaHei"/>
              </a:rPr>
              <a:t>定期抽检 + 每日自我汇报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54880"/>
            <a:ext cx="50292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029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Microsoft YaHei"/>
                <a:ea typeface="Microsoft YaHei"/>
              </a:rPr>
              <a:t>不达标 → 调优或替换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成本对比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26个AI员工  总成本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0D9488"/>
                </a:solidFill>
                <a:latin typeface="Microsoft YaHei"/>
                <a:ea typeface="Microsoft YaHei"/>
              </a:rPr>
              <a:t>¥78,000</a:t>
            </a: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</a:rPr>
              <a:t> /月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539496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Microsoft YaHei"/>
                <a:ea typeface="Microsoft YaHei"/>
              </a:rPr>
              <a:t>传统方式 · 26人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7171"/>
                </a:solidFill>
                <a:latin typeface="Microsoft YaHei"/>
                <a:ea typeface="Microsoft YaHei"/>
              </a:rPr>
              <a:t>¥400,000+ 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人力成本 · 管理成本 · 培训成本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34640"/>
            <a:ext cx="5394960" cy="2560320"/>
          </a:xfrm>
          <a:prstGeom prst="rect">
            <a:avLst/>
          </a:prstGeom>
          <a:solidFill>
            <a:srgbClr val="0D2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53949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Microsoft YaHei"/>
                <a:ea typeface="Microsoft YaHei"/>
              </a:rPr>
              <a:t>AI方案 · 26个AI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20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9488"/>
                </a:solidFill>
                <a:latin typeface="Microsoft YaHei"/>
                <a:ea typeface="Microsoft YaHei"/>
              </a:rPr>
              <a:t>¥78,000 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API成本 · 运营成本 · 维护成本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15000"/>
            <a:ext cx="265176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788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icrosoft YaHei"/>
                <a:ea typeface="Microsoft YaHei"/>
              </a:rPr>
              <a:t>24小时连续产出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5715000"/>
            <a:ext cx="265176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5788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icrosoft YaHei"/>
                <a:ea typeface="Microsoft YaHei"/>
              </a:rPr>
              <a:t>无离职风险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715000"/>
            <a:ext cx="265176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788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icrosoft YaHei"/>
                <a:ea typeface="Microsoft YaHei"/>
              </a:rPr>
              <a:t>知识零损耗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5715000"/>
            <a:ext cx="265176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788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icrosoft YaHei"/>
                <a:ea typeface="Microsoft YaHei"/>
              </a:rPr>
              <a:t>弹性扩缩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</a:rPr>
              <a:t>企业落地  4-6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第 1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线上准备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需求调研
现状梳理
目标定义
ROI 估算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第 2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现场诊断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流程深访
痛点识别
优先级排序
方案设计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第 3-5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试点运营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AI员工部署
知识库搭建
流程接入
效果验证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737360"/>
            <a:ext cx="265176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73736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第 6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331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Microsoft YaHei"/>
                <a:ea typeface="Microsoft YaHei"/>
              </a:rPr>
              <a:t>验收交接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9260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"/>
                <a:ea typeface="Microsoft YaHei"/>
              </a:rPr>
              <a:t>成效评审
文档交付
团队培训
扩展规划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icrosoft YaHei"/>
                <a:ea typeface="Microsoft YaHei"/>
              </a:rPr>
              <a:t>切入点：重复度高 × 标准化强 × 人做了烦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真实场景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</a:rPr>
              <a:t>不是 PPT——真实截图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2651760" cy="3383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24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小优 · HR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28 分钟完成 192 人筛选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替代传统人工 3 天工作量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783080"/>
            <a:ext cx="2651760" cy="3383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78308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2011680"/>
            <a:ext cx="50292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24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诸葛亮 · 项目军师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449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AI 团队每日自我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7490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项目进度 &amp; 风险自动识别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783080"/>
            <a:ext cx="2651760" cy="3383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8504" y="178308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5664" y="2011680"/>
            <a:ext cx="50292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624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SS · CEO 助理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0449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327 场会议 → 406 张素材卡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490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会议内容全自动沉淀为知识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1783080"/>
            <a:ext cx="2651760" cy="3383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1783080"/>
            <a:ext cx="26517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63456" y="2011680"/>
            <a:ext cx="502920" cy="502920"/>
          </a:xfrm>
          <a:prstGeom prst="rect">
            <a:avLst/>
          </a:prstGeom>
          <a:solidFill>
            <a:srgbClr val="0D4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2624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小优 · HR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449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员工入职分析（6 份模式提炼）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374904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识别高留存人才特征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三个关键教训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Microsoft YaHei"/>
                <a:ea typeface="Microsoft YaHei"/>
              </a:rPr>
              <a:t>三个关键教训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4008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必须赋予真实权限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31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问题  早期把AI当Chatbot，只能输出文字，
无法真正代替人做事。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解法  AI员工能直接操作系统，打通数据和工具。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64008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质量必须有制度兜底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问题  26个AI质量参差不齐，
早期输出失控、用户投诉增加。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解法  分级管理 + 每个AI员工配人类主管。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64008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54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YaHei"/>
                <a:ea typeface="Microsoft YaHei"/>
              </a:rPr>
              <a:t>知识库必须统一管控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257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</a:rPr>
              <a:t>问题  各部门自建知识库，
知识库重叠导致输出相互矛盾。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257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解法  三层知识架构 + 版本控制 + 统一入口。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</a:rPr>
              <a:t>我们不是在用AI，而是在跟AI共事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9488"/>
                </a:solidFill>
                <a:latin typeface="Microsoft YaHei"/>
                <a:ea typeface="Microsoft YaHei"/>
              </a:rPr>
              <a:t>这个转变才刚开始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371600" cy="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启发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10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组织结构跟随技术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icrosoft YaHei"/>
                <a:ea typeface="Microsoft YaHei"/>
              </a:rPr>
              <a:t>先有新商业模式，再改组织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788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78892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启发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10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知识库是新竞争力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icrosoft YaHei"/>
                <a:ea typeface="Microsoft YaHei"/>
              </a:rPr>
              <a:t>谁能让AI最快了解业务，谁就赢了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8892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278892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9718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Microsoft YaHei"/>
                <a:ea typeface="Microsoft YaHei"/>
              </a:rPr>
              <a:t>启发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10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自己的实验是最好的产品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23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icrosoft YaHei"/>
                <a:ea typeface="Microsoft YaHei"/>
              </a:rPr>
              <a:t>内部验证 → 外部信任 → 商业机会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YaHei"/>
                <a:ea typeface="Microsoft YaHei"/>
              </a:rPr>
              <a:t>贺小波 · FDE AI架构师 · 三个智能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